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PrintBridge 第一页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presentation / 中文预览测试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PrintBridge 第二页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presentation / 中文预览测试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